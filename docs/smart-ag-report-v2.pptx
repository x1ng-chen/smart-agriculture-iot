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_style: |
  section { padding: 20px 30px; }
  pre { font-size: 0.72em; }
  h2 { font-size: 1.2em; margin-bottom: 8px; 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智慧农业灌溉系统</dc:title>
  <dc:subject>PptxGenJS Presentation</dc:subject>
  <dc:creator>Created by Marp</dc:creator>
  <cp:lastModifiedBy>Created by Marp</cp:lastModifiedBy>
  <cp:revision>1</cp:revision>
  <dcterms:created xsi:type="dcterms:W3CDTF">2026-06-10T16:05:19Z</dcterms:created>
  <dcterms:modified xsi:type="dcterms:W3CDTF">2026-06-10T16:05:19Z</dcterms:modified>
</cp:coreProperties>
</file>